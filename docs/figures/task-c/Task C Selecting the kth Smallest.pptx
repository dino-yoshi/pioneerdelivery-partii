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go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grou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piv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ba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bas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rou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dup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