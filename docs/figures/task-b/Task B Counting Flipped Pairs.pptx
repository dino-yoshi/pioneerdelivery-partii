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q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q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ptr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pt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pt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pt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pt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ec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rec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