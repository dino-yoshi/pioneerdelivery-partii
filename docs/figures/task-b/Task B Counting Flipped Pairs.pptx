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74E5940-BE33-4D95-A76E-A148C995A0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83D0BF-223E-4C1D-8C66-E93502458E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28EB68F-AE60-4D49-9E3C-5908E34F59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F7F589-F035-46D0-A35E-A77969ABBA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2ECBDD-8AAA-447E-94EB-C9609BC143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73789C-7AB0-49E2-BC73-D1E72F717D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B472C2-1AC7-4B94-9E8D-520ECEB2C7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A0A6F5-C099-4E8F-899F-A861748737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1BCA60-C04C-4B41-AE8D-38CCAC5123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0FB7EF2-33B0-4970-BF66-00BC2EC2DC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F38567-466E-48A5-95A1-74B05B5D2F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" descr="01-cover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1" descr="02-q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1" descr="03-q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1" descr="04-q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" descr="05-q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1" descr="06-q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07-ptr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1" descr="08-ptr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1" descr="09-ptr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1" descr="10-ptr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1" descr="11-ptr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1" descr="12-recdown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1" descr="13-recup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1" descr="14-steps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Picture 1" descr="15-summary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LibreOffice/26.8.1.1$Linux_X86_64 LibreOffice_project/680$Build-1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